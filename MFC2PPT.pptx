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14A66-385A-B2DD-D795-6931D6D7AE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968866-391A-A1C5-1E79-0C25B3AAD7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8296C-23D2-A200-827F-1B80D927E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F0EAA-DB6B-4C0E-9575-0D7F0552D672}" type="datetimeFigureOut">
              <a:rPr lang="en-IN" smtClean="0"/>
              <a:t>05-04-2024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1F01F1-35C6-0936-A139-31CA7BDCC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BE2866-0623-D8B9-668E-E8941D9B5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E7412-EAD3-40AE-801B-A75492ED1B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75081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F34A8-B198-784E-199B-B9B616942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1A975B-6BA5-DF14-BF8B-B83F7D9D27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361BF1-D309-AD4F-CBD9-E58C2DB4C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F0EAA-DB6B-4C0E-9575-0D7F0552D672}" type="datetimeFigureOut">
              <a:rPr lang="en-IN" smtClean="0"/>
              <a:t>05-04-2024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30B3EB-24E0-1AF3-614E-49E44E8F4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BF0E98-8926-D49A-6FFB-208531C0A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E7412-EAD3-40AE-801B-A75492ED1B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6057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38072-6F17-E9B8-012A-CC93751EE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A45742-602F-E63E-3CD9-F5AD8109AB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3AC57C-1B03-D0B2-49F7-7C49C713F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F0EAA-DB6B-4C0E-9575-0D7F0552D672}" type="datetimeFigureOut">
              <a:rPr lang="en-IN" smtClean="0"/>
              <a:t>05-04-2024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1A8355-B5D1-5CA5-9784-604FFD4D9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CA93BA-97B4-7DB2-E770-8511097F6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E7412-EAD3-40AE-801B-A75492ED1B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91231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FB3A3-4D10-9BF8-D5E5-F24975D28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29EB10-9F98-86DD-E2C4-8DB0E402E8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90A25B-A98B-F736-D0EE-6875D444B1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C950D4-9A7E-153C-3BB5-6BC92FEBE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F0EAA-DB6B-4C0E-9575-0D7F0552D672}" type="datetimeFigureOut">
              <a:rPr lang="en-IN" smtClean="0"/>
              <a:t>05-04-2024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6A10E4-B0E6-0DDF-7205-1A66B51BD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E02D9C-0BDC-AF2A-C2B6-8C3E5AC2A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E7412-EAD3-40AE-801B-A75492ED1B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4374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7ED56-2C20-7A5D-92C4-0C9569EFC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E0623A-6F20-57B2-D88F-62A23AB40E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BBE173-F547-EB64-E077-202E831903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C72ABB-FE6D-5D65-9FAC-9A69ACA134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51B852-A7B8-B4C4-1AA7-B7FE62EA86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8F680C-8C37-7A27-2477-0DC8A7AF3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F0EAA-DB6B-4C0E-9575-0D7F0552D672}" type="datetimeFigureOut">
              <a:rPr lang="en-IN" smtClean="0"/>
              <a:t>05-04-2024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2808E8-A243-8737-52AB-B7F2F335C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D767CD-4A34-9977-0307-149ED7BA7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E7412-EAD3-40AE-801B-A75492ED1B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2407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F0B54-5053-511C-D1BC-451EAC876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172A8D-208A-367B-080E-D5C99DE7D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F0EAA-DB6B-4C0E-9575-0D7F0552D672}" type="datetimeFigureOut">
              <a:rPr lang="en-IN" smtClean="0"/>
              <a:t>05-04-2024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F2A0BB-59AD-CA53-F778-2A177B0B1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98F77A-91FA-841E-35EB-0E11663E2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E7412-EAD3-40AE-801B-A75492ED1B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6378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AFFD79-8E13-99A9-AA6D-5B93BEE94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F0EAA-DB6B-4C0E-9575-0D7F0552D672}" type="datetimeFigureOut">
              <a:rPr lang="en-IN" smtClean="0"/>
              <a:t>05-04-2024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F6BA1F-A0BB-BE3B-2CFF-140A47CEE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2F61E7-E778-FF72-2CB5-3C08EE24F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E7412-EAD3-40AE-801B-A75492ED1B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48387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F0899-B422-F382-D5F1-6C3BB469E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F3F0CD-8DC0-6807-64B6-EB8010B736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6BD7ED-1D2C-F73F-0223-F676588504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865098-83E8-DFBF-A9AE-2DAE08642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F0EAA-DB6B-4C0E-9575-0D7F0552D672}" type="datetimeFigureOut">
              <a:rPr lang="en-IN" smtClean="0"/>
              <a:t>05-04-2024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B24C08-E268-6785-DF97-2A7A2E6D1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C87623-486F-2F28-2229-1BF22CE99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E7412-EAD3-40AE-801B-A75492ED1B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9652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ADD68-B186-DC4B-9BFE-CDDBA5A73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89B3406-FC6F-CEEE-E5D4-4A8BEFF8E9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C4D895-6784-7EE1-AB02-A2CC10AFF5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E6081E-D367-7580-5A17-4721871D4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F0EAA-DB6B-4C0E-9575-0D7F0552D672}" type="datetimeFigureOut">
              <a:rPr lang="en-IN" smtClean="0"/>
              <a:t>05-04-2024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D60D91-4733-F8E5-DBA8-78AFB7306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778A34-92B1-EB9B-2965-99C0DB7E4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E7412-EAD3-40AE-801B-A75492ED1B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06855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FE335-ED49-5EEF-01B0-F0EBA56ED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0D92A0-4B23-FCEE-D8BE-C4B20046A9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D1CB4D-3D13-D154-60EF-97F739F60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F0EAA-DB6B-4C0E-9575-0D7F0552D672}" type="datetimeFigureOut">
              <a:rPr lang="en-IN" smtClean="0"/>
              <a:t>05-04-2024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4B1A02-9FFB-5BA0-203A-A9E46F0C4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E63591-BCB6-55FE-B409-C2F9FDEF5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E7412-EAD3-40AE-801B-A75492ED1B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0555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6B6B01-E09D-0330-2865-60C6116428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005C6C-A6D5-BAA0-8E4E-04FE9EFEE1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BD7B66-85DA-8FC0-C240-9E6F3900C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F0EAA-DB6B-4C0E-9575-0D7F0552D672}" type="datetimeFigureOut">
              <a:rPr lang="en-IN" smtClean="0"/>
              <a:t>05-04-2024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0109F7-D9C9-84C3-B49A-5D63133C5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C8FAF-6E2E-A0AD-C702-50AD118C2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E7412-EAD3-40AE-801B-A75492ED1B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2340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3597CC-E997-4D45-E83B-D7594E463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4F01C7-C27C-688F-643D-F0EB42167E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812F59-5751-EE7A-3DA3-C2188829C8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4F0EAA-DB6B-4C0E-9575-0D7F0552D672}" type="datetimeFigureOut">
              <a:rPr lang="en-IN" smtClean="0"/>
              <a:t>05-04-2024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D7744B-637F-B072-EC03-4237D73741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EEEBE0-0C09-3F11-6E58-BCB5200EE5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1E7412-EAD3-40AE-801B-A75492ED1B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1267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D2E08358-18FD-3800-CA98-68D5425B52DA}"/>
              </a:ext>
            </a:extLst>
          </p:cNvPr>
          <p:cNvSpPr/>
          <p:nvPr/>
        </p:nvSpPr>
        <p:spPr>
          <a:xfrm>
            <a:off x="2989006" y="580104"/>
            <a:ext cx="1976284" cy="1956619"/>
          </a:xfrm>
          <a:prstGeom prst="triangle">
            <a:avLst>
              <a:gd name="adj" fmla="val 48339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FE904-98BA-D423-0EFD-A4C2CD77A2E6}"/>
              </a:ext>
            </a:extLst>
          </p:cNvPr>
          <p:cNvSpPr txBox="1"/>
          <p:nvPr/>
        </p:nvSpPr>
        <p:spPr>
          <a:xfrm>
            <a:off x="3736258" y="164606"/>
            <a:ext cx="6194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B7B030-2E79-4360-EB5C-7D918A366FB1}"/>
              </a:ext>
            </a:extLst>
          </p:cNvPr>
          <p:cNvSpPr txBox="1"/>
          <p:nvPr/>
        </p:nvSpPr>
        <p:spPr>
          <a:xfrm>
            <a:off x="2585884" y="2305890"/>
            <a:ext cx="4031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B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67E07C-5E57-7361-4D9D-E402F9DCDF92}"/>
              </a:ext>
            </a:extLst>
          </p:cNvPr>
          <p:cNvSpPr txBox="1"/>
          <p:nvPr/>
        </p:nvSpPr>
        <p:spPr>
          <a:xfrm>
            <a:off x="4965290" y="2305890"/>
            <a:ext cx="9537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C</a:t>
            </a:r>
          </a:p>
        </p:txBody>
      </p:sp>
      <p:sp>
        <p:nvSpPr>
          <p:cNvPr id="9" name="Arrow: U-Turn 8">
            <a:extLst>
              <a:ext uri="{FF2B5EF4-FFF2-40B4-BE49-F238E27FC236}">
                <a16:creationId xmlns:a16="http://schemas.microsoft.com/office/drawing/2014/main" id="{2DC52ACD-8E3E-52FB-E863-C1E97855684B}"/>
              </a:ext>
            </a:extLst>
          </p:cNvPr>
          <p:cNvSpPr/>
          <p:nvPr/>
        </p:nvSpPr>
        <p:spPr>
          <a:xfrm rot="5042258">
            <a:off x="4277523" y="63808"/>
            <a:ext cx="380708" cy="799186"/>
          </a:xfrm>
          <a:prstGeom prst="uturnArrow">
            <a:avLst>
              <a:gd name="adj1" fmla="val 5556"/>
              <a:gd name="adj2" fmla="val 25000"/>
              <a:gd name="adj3" fmla="val 11111"/>
              <a:gd name="adj4" fmla="val 43750"/>
              <a:gd name="adj5" fmla="val 70833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CB444919-1155-408B-F730-23F268F17D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5749738"/>
              </p:ext>
            </p:extLst>
          </p:nvPr>
        </p:nvGraphicFramePr>
        <p:xfrm>
          <a:off x="7226712" y="926142"/>
          <a:ext cx="2186037" cy="1610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8679">
                  <a:extLst>
                    <a:ext uri="{9D8B030D-6E8A-4147-A177-3AD203B41FA5}">
                      <a16:colId xmlns:a16="http://schemas.microsoft.com/office/drawing/2014/main" val="3934706900"/>
                    </a:ext>
                  </a:extLst>
                </a:gridCol>
                <a:gridCol w="728679">
                  <a:extLst>
                    <a:ext uri="{9D8B030D-6E8A-4147-A177-3AD203B41FA5}">
                      <a16:colId xmlns:a16="http://schemas.microsoft.com/office/drawing/2014/main" val="1267437194"/>
                    </a:ext>
                  </a:extLst>
                </a:gridCol>
                <a:gridCol w="728679">
                  <a:extLst>
                    <a:ext uri="{9D8B030D-6E8A-4147-A177-3AD203B41FA5}">
                      <a16:colId xmlns:a16="http://schemas.microsoft.com/office/drawing/2014/main" val="105118927"/>
                    </a:ext>
                  </a:extLst>
                </a:gridCol>
              </a:tblGrid>
              <a:tr h="53686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9892509"/>
                  </a:ext>
                </a:extLst>
              </a:tr>
              <a:tr h="53686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382958"/>
                  </a:ext>
                </a:extLst>
              </a:tr>
              <a:tr h="53686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6840068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5AB54365-2BF8-60F3-FBFC-F23E78979D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722" y="2884259"/>
            <a:ext cx="6992504" cy="3933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4908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harsha vardhan gunda</dc:creator>
  <cp:lastModifiedBy>harsha vardhan gunda</cp:lastModifiedBy>
  <cp:revision>1</cp:revision>
  <dcterms:created xsi:type="dcterms:W3CDTF">2024-04-05T11:48:23Z</dcterms:created>
  <dcterms:modified xsi:type="dcterms:W3CDTF">2024-04-05T11:48:43Z</dcterms:modified>
</cp:coreProperties>
</file>